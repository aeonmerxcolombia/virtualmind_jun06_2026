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6211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0413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350222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057750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0647599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40691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016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3905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59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2CE83-148F-274D-0DE3-72E38D8BF7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E1946-065A-E3E4-710F-73DC0A5014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1011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888607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418115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328123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71220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9272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157907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87575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202511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3258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5059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8305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25243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838318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29291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3562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615511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297259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29540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862623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87485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5618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62327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29107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101423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47389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4406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935863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709607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822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399977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7414371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432534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2666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2485300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044226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75649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5182996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42558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96416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453853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06129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08642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383805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9064954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207415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593334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28926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920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1452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3981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862913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00660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85980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026460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14738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828506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50943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86362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32524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30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434794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748335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6813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15401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Presentación creada con VirtualMind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9698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89322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onlyoffice/9.3.1.10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andres_rativa98</cp:lastModifiedBy>
  <cp:revision>3</cp:revision>
  <dcterms:created xsi:type="dcterms:W3CDTF">2013-01-27T09:14:16Z</dcterms:created>
  <dcterms:modified xsi:type="dcterms:W3CDTF">2026-04-06T22:16:32Z</dcterms:modified>
  <cp:category/>
</cp:coreProperties>
</file>